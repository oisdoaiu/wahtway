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800"/>
              <a:t>核心指标</a:t>
            </a:r>
          </a:p>
          <a:p>
            <a:r>
              <a:rPr sz="1600"/>
              <a:t>收入+30%</a:t>
            </a:r>
          </a:p>
          <a:p>
            <a:r>
              <a:rPr sz="1600"/>
              <a:t>用户破百万</a:t>
            </a:r>
          </a:p>
          <a:p>
            <a:r>
              <a:rPr sz="1600"/>
              <a:t>成本-15%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800"/>
              <a:t>下一步计划</a:t>
            </a:r>
          </a:p>
          <a:p>
            <a:r>
              <a:rPr sz="1600"/>
              <a:t>海外拓展</a:t>
            </a:r>
          </a:p>
          <a:p>
            <a:r>
              <a:rPr sz="1600"/>
              <a:t>产品矩阵</a:t>
            </a:r>
          </a:p>
          <a:p>
            <a:r>
              <a:rPr sz="1600"/>
              <a:t>技术升级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谢谢大家</a:t>
            </a:r>
          </a:p>
          <a:p>
            <a:r>
              <a:rPr sz="1800"/>
              <a:t>2025年度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