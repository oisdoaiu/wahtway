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3333333" cy="7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年终总结2025</a:t>
            </a:r>
          </a:p>
          <a:p>
            <a:r>
              <a:rPr sz="1800"/>
              <a:t>2025年度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3333333" cy="7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800"/>
              <a:t>项目A</a:t>
            </a:r>
          </a:p>
          <a:p>
            <a:r>
              <a:rPr sz="1600"/>
              <a:t>里程碑1</a:t>
            </a:r>
          </a:p>
          <a:p>
            <a:r>
              <a:rPr sz="1600"/>
              <a:t>里程碑2</a:t>
            </a:r>
          </a:p>
          <a:p>
            <a:r>
              <a:rPr sz="1600"/>
              <a:t>发布V3.0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