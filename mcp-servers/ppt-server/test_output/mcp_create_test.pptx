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D3436"/>
                </a:solidFill>
                <a:latin typeface="Microsoft YaHei"/>
              </a:defRPr>
            </a:pPr>
            <a:r>
              <a:t>MCP PPT测试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2918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36E72"/>
                </a:solidFill>
                <a:latin typeface="Microsoft YaHei"/>
              </a:defRPr>
            </a:pPr>
            <a:r>
              <a:t>端到端测试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WahtWay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3436"/>
                </a:solidFill>
                <a:latin typeface="Microsoft YaHei"/>
              </a:defRPr>
            </a:pPr>
            <a:r>
              <a:t>测试流程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1828800"/>
            <a:ext cx="182880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19202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读取模板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34747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2286000"/>
            <a:ext cx="548640" cy="457200"/>
          </a:xfrm>
          <a:prstGeom prst="rightArrow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7639" y="1828800"/>
            <a:ext cx="1828800" cy="137160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79" y="19202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克隆页面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474720"/>
            <a:ext cx="457200" cy="45720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2286000"/>
            <a:ext cx="548640" cy="457200"/>
          </a:xfrm>
          <a:prstGeom prst="rightArrow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1828800" cy="137160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填充内容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3474720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83879" y="2286000"/>
            <a:ext cx="548640" cy="457200"/>
          </a:xfrm>
          <a:prstGeom prst="rightArrow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1828800"/>
            <a:ext cx="1828800" cy="13716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0" y="3474720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