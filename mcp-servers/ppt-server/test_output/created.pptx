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A3C6E"/>
                </a:solidFill>
                <a:latin typeface="Microsoft YaHei"/>
              </a:defRPr>
            </a:pPr>
            <a:r>
              <a:t>测试封面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2918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MCP创建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WahtWay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t>核心数据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  <a:latin typeface="Microsoft YaHei"/>
              </a:defRPr>
            </a:pPr>
            <a:r>
              <a:t>50万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日活用户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同比+40%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747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17055"/>
                </a:solidFill>
                <a:latin typeface="Microsoft YaHei"/>
              </a:defRPr>
            </a:pPr>
            <a: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可用率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P0=0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4747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894"/>
                </a:solidFill>
                <a:latin typeface="Microsoft YaHei"/>
              </a:defRPr>
            </a:pPr>
            <a:r>
              <a:t>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74320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91840"/>
            <a:ext cx="2926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12行业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